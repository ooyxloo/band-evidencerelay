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751966b4634032" /><Relationship Type="http://schemas.openxmlformats.org/officeDocument/2006/relationships/extended-properties" Target="/docProps/app.xml" Id="R9f116db05908498a" /><Relationship Type="http://schemas.openxmlformats.org/officeDocument/2006/relationships/officeDocument" Target="/ppt/presentation.xml" Id="Rc150510a3ed549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011ddd14264f95"/>
  </p:sldMasterIdLst>
  <p:notesMasterIdLst>
    <p:notesMasterId xmlns:r="http://schemas.openxmlformats.org/officeDocument/2006/relationships" r:id="Rc33d12c9f0d84862"/>
  </p:notesMasterIdLst>
  <p:sldIdLst>
    <p:sldId xmlns:r="http://schemas.openxmlformats.org/officeDocument/2006/relationships" id="256" r:id="R95935865518e4324"/>
    <p:sldId xmlns:r="http://schemas.openxmlformats.org/officeDocument/2006/relationships" id="257" r:id="R7dfa0d51199f47bc"/>
    <p:sldId xmlns:r="http://schemas.openxmlformats.org/officeDocument/2006/relationships" id="258" r:id="R313f706da4dc4ef8"/>
    <p:sldId xmlns:r="http://schemas.openxmlformats.org/officeDocument/2006/relationships" id="259" r:id="R4c14cd35bd714743"/>
    <p:sldId xmlns:r="http://schemas.openxmlformats.org/officeDocument/2006/relationships" id="260" r:id="Ra1fe68cb56f64553"/>
    <p:sldId xmlns:r="http://schemas.openxmlformats.org/officeDocument/2006/relationships" id="261" r:id="Rca77243d33554067"/>
    <p:sldId xmlns:r="http://schemas.openxmlformats.org/officeDocument/2006/relationships" id="262" r:id="R484c5ce80e2547f2"/>
    <p:sldId xmlns:r="http://schemas.openxmlformats.org/officeDocument/2006/relationships" id="263" r:id="Rc691d71e79e64c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35dbbccfbd4e4e" /><Relationship Type="http://schemas.openxmlformats.org/officeDocument/2006/relationships/slideMaster" Target="/ppt/slideMasters/slideMaster1.xml" Id="R0c011ddd14264f95" /><Relationship Type="http://schemas.openxmlformats.org/officeDocument/2006/relationships/notesMaster" Target="/ppt/notesMasters/notesMaster1.xml" Id="Rc33d12c9f0d84862" /><Relationship Type="http://schemas.openxmlformats.org/officeDocument/2006/relationships/presProps" Target="/ppt/presProps.xml" Id="Rea34d9eb3bcd4dbc" /><Relationship Type="http://schemas.openxmlformats.org/officeDocument/2006/relationships/viewProps" Target="/ppt/viewProps.xml" Id="R454772ea18ef4211" /><Relationship Type="http://schemas.openxmlformats.org/officeDocument/2006/relationships/tableStyles" Target="/ppt/tableStyles.xml" Id="Raed30bde4d814acf" /><Relationship Type="http://schemas.openxmlformats.org/officeDocument/2006/relationships/slide" Target="/ppt/slides/slide1.xml" Id="R95935865518e4324" /><Relationship Type="http://schemas.openxmlformats.org/officeDocument/2006/relationships/slide" Target="/ppt/slides/slide2.xml" Id="R7dfa0d51199f47bc" /><Relationship Type="http://schemas.openxmlformats.org/officeDocument/2006/relationships/slide" Target="/ppt/slides/slide3.xml" Id="R313f706da4dc4ef8" /><Relationship Type="http://schemas.openxmlformats.org/officeDocument/2006/relationships/slide" Target="/ppt/slides/slide4.xml" Id="R4c14cd35bd714743" /><Relationship Type="http://schemas.openxmlformats.org/officeDocument/2006/relationships/slide" Target="/ppt/slides/slide5.xml" Id="Ra1fe68cb56f64553" /><Relationship Type="http://schemas.openxmlformats.org/officeDocument/2006/relationships/slide" Target="/ppt/slides/slide6.xml" Id="Rca77243d33554067" /><Relationship Type="http://schemas.openxmlformats.org/officeDocument/2006/relationships/slide" Target="/ppt/slides/slide7.xml" Id="R484c5ce80e2547f2" /><Relationship Type="http://schemas.openxmlformats.org/officeDocument/2006/relationships/slide" Target="/ppt/slides/slide8.xml" Id="Rc691d71e79e64c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de63ee301746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b36b85791b40e8" /><Relationship Type="http://schemas.openxmlformats.org/officeDocument/2006/relationships/notesMaster" Target="/ppt/notesMasters/notesMaster1.xml" Id="R97d35ab9ee8b46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59f5dc575847ad" /><Relationship Type="http://schemas.openxmlformats.org/officeDocument/2006/relationships/notesMaster" Target="/ppt/notesMasters/notesMaster1.xml" Id="R3caccc997cf541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d53d3dad5444ab" /><Relationship Type="http://schemas.openxmlformats.org/officeDocument/2006/relationships/notesMaster" Target="/ppt/notesMasters/notesMaster1.xml" Id="R32aad9fc3c2f40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e6cb0ab9c143cf" /><Relationship Type="http://schemas.openxmlformats.org/officeDocument/2006/relationships/notesMaster" Target="/ppt/notesMasters/notesMaster1.xml" Id="Rc71fed96d70b48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1a6643a3734782" /><Relationship Type="http://schemas.openxmlformats.org/officeDocument/2006/relationships/notesMaster" Target="/ppt/notesMasters/notesMaster1.xml" Id="Rc3ccc2c0ff6e42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956ad83e2c4d01" /><Relationship Type="http://schemas.openxmlformats.org/officeDocument/2006/relationships/notesMaster" Target="/ppt/notesMasters/notesMaster1.xml" Id="Rc06a97e378a343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1efe15ac8241ed" /><Relationship Type="http://schemas.openxmlformats.org/officeDocument/2006/relationships/notesMaster" Target="/ppt/notesMasters/notesMaster1.xml" Id="R6fe8ee04872a42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ec6bf12b9b40e3" /><Relationship Type="http://schemas.openxmlformats.org/officeDocument/2006/relationships/notesMaster" Target="/ppt/notesMasters/notesMaster1.xml" Id="R7b0f3d1e6e3e47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7a174455643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8b280f6def453c" /><Relationship Type="http://schemas.openxmlformats.org/officeDocument/2006/relationships/slideLayout" Target="/ppt/slideLayouts/slideLayout1.xml" Id="R541315f9c60b40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1315f9c60b40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2e4ea8a344b8c" /><Relationship Type="http://schemas.openxmlformats.org/officeDocument/2006/relationships/notesSlide" Target="/ppt/notesSlides/notesSlide1.xml" Id="Rbaeb8d622ca840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99e0710964dac" /><Relationship Type="http://schemas.openxmlformats.org/officeDocument/2006/relationships/notesSlide" Target="/ppt/notesSlides/notesSlide2.xml" Id="Rd0ec1feda0b740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4b24e48fa4446" /><Relationship Type="http://schemas.openxmlformats.org/officeDocument/2006/relationships/notesSlide" Target="/ppt/notesSlides/notesSlide3.xml" Id="R8cc39d9c56c143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16eada3e74e1f" /><Relationship Type="http://schemas.openxmlformats.org/officeDocument/2006/relationships/notesSlide" Target="/ppt/notesSlides/notesSlide4.xml" Id="Rf8787da3be5a46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b632a34414b43" /><Relationship Type="http://schemas.openxmlformats.org/officeDocument/2006/relationships/notesSlide" Target="/ppt/notesSlides/notesSlide5.xml" Id="Rba068791d7b34c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a6ebc41f24134" /><Relationship Type="http://schemas.openxmlformats.org/officeDocument/2006/relationships/notesSlide" Target="/ppt/notesSlides/notesSlide6.xml" Id="R0509d4cb5d2e44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92d146b3a4506" /><Relationship Type="http://schemas.openxmlformats.org/officeDocument/2006/relationships/notesSlide" Target="/ppt/notesSlides/notesSlide7.xml" Id="R4bce4aab4b7b4d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790fe12084e3b" /><Relationship Type="http://schemas.openxmlformats.org/officeDocument/2006/relationships/notesSlide" Target="/ppt/notesSlides/notesSlide8.xml" Id="R6c3ef2cad93e47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B05D7F-CD88-4C5C-8567-0EBC3734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C3217-8770-4385-B5DB-35400D1B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EvidenceRelay Band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467EB-8B69-4223-AE5B-E741B4B6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7334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Verifier-gated multi-agent incident response for high-stakes teams.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1912E-2706-41C9-B0BF-3D307DC5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B7E4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D3B49-2512-4532-BD30-75F3DFF2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Band-compatible simulator with public submission assets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87F35-07A4-43B9-A791-1F31A43B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69258-6561-46D3-8341-D61F9C1F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28346-C803-45FC-8EA7-B1695C23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cooperating 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A2F67-62D8-4DAC-92CF-E6CFBF29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609850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4155C-FD01-4CE9-A6AB-E13D3234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432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DBE97-B792-4B6A-91CA-C925E70B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623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room messages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B5212-BED4-45F1-9DC8-4BD48270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949B0-3487-43FB-9ADC-05FFD1B2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432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EFD29-D066-4563-955E-F7B4FC23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623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verified findings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43327-79CD-4498-941E-B4710D32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09850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947C5-105A-447D-A248-1F3358CC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432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5E1E2-834C-4055-9E0D-51E92D46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623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approval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F112E4-20AD-4B6C-AC5A-6A14C9A6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525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B4D74-39F4-49F9-90F1-8C4D2F79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08585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Triage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BF317-21F2-4CDA-B44E-5EDA79EA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716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summarizes timeline and MITRE hints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07798-C9BB-4117-A9A9-B75DF54D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00250"/>
            <a:ext cx="1695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11430">
            <a:solidFill>
              <a:srgbClr val="8FD7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0C7AB7-E7E3-4C5C-9664-14603BC9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336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Verifier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CE5D2A-9068-4A57-BE0B-BC18EA7C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19350"/>
            <a:ext cx="1390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blocks unsupported confirmed claims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FE5D8A-12B2-49DC-8AF5-B2383029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AFC8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E72406-AF8E-4A0B-B72E-095DDE57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766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Response Lead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A1BB64-DCA8-4D54-A4CB-99324A3D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creates actions after verification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EF767B-B3D0-420B-BD3C-98005D4F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86250"/>
            <a:ext cx="1695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FFD6A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57DA9-AC89-44D2-96E0-6719C20E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196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Comms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38EAB5-76DE-4507-9EA4-B4CADBDD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05350"/>
            <a:ext cx="1390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writes non-sensitive executive summary</a:t>
            </a:r>
          </a:p>
        </p:txBody>
      </p:sp>
      <p:cxnSp>
        <p:nvCxnSpPr>
          <p:cNvPr id="30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525000" y="1362075"/>
            <a:ext cx="171450" cy="1076325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2563EB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21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9525000" y="2438400"/>
            <a:ext cx="171450" cy="114300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047857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525000" y="3581400"/>
            <a:ext cx="171450" cy="114300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B45309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276658-7C32-454A-8A47-174B98D0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7067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D3C1C9-5C83-4C41-9A68-BC15F8C6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 claim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A674DA-D7A6-4902-8F6D-2A1C86E0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0055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The agents can triage, verify, plan, and communicate, but response actions stay blocked until the Verifier Agent can cite evidence IDs, tool-call IDs, and manifest state.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E54E7B-2B9D-49B0-9543-71E43E7A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EvidenceRelay Band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22B306-6195-4A19-8818-9857DC11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008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061633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0003DB-ECB8-4C7E-B82B-069C738E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6535C-B2EA-419B-A888-32765ED1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Fast incident agents are useful. Ungated incident agents are risky.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1CB07-6A91-4F25-B4BC-5433D8A9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Speed becomes dangerous when a confirmed claim is not traceable to evidence, tool calls, and integrity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5378C-358C-48BA-A62A-773F4BE5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F1B9B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576A0-2FB5-443D-85B9-5B9AF028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Unsupported confirmed claims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F0C4C-9252-4912-8D0C-C34A341E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A model may summarize a suspicious behavior without preserving the exact evidence rows or tool-call provenance that support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6618F-1AD6-480F-9181-9299D30E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4C9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76E80-B924-451D-B702-B1261A44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050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Action before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7E5C1-3146-48A7-B79E-9ED06D1A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Containment, isolation, or escalation can be triggered before an analyst sees why the claim is safe to act 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42E38-912A-495E-BFE6-92F64445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8C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3841E-A97A-4A04-9C7D-AA17F095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A7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A7A"/>
                </a:solidFill>
                <a:latin typeface="Aptos"/>
                <a:ea typeface="Aptos"/>
                <a:cs typeface="Aptos"/>
              </a:rPr>
              <a:t>Private data in comms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2C283-5A7A-442C-B37A-E3569F2C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Executive summaries can leak sensitive details unless communication happens after verification and redaction boundaries.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9A352-0CE1-4307-A266-FC079BB0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EvidenceRelay Band treats the collaboration room as a control surface, not just a chat log.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E53F1-A440-4F86-96F4-44BBA703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19700"/>
            <a:ext cx="784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Every handoff carries responsibility, every confirmed claim is checkable, and response planning is gated.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A27451-AC40-48EE-B5C3-38EE31C3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EvidenceRelay Band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6FC67-8A63-4D36-95B4-7CA0E3A7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008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940065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97C615-84DC-47DB-9ABA-819E8F05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9C1A7-277D-4E0C-8D5D-DCD1CDA0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room is the product: shared context, visible handoffs, verifier gate.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342FB-9BF0-49FE-92B3-BF09AF16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The live target is a Band room; the current simulator proves the role and transcript model without claiming API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048B5-DB78-4C0F-A0D8-90EB8392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2CF76-718F-464C-A3BF-8ED52336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EvidenceLock bundle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3A2CF-BAAE-4879-924B-35E3FB59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504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case metadata, findings, evidence IDs, tool-call IDs, manifest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C2799-12D2-4062-A48D-82A07583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002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B8CD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6544D-2067-4B04-8125-175602E1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336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Triage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6B105-D00C-450A-A934-FA0EC8BD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19350"/>
            <a:ext cx="1409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loads case, summarizes timeline, mentions verifier and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ACACD-7C6E-4E39-8CCD-89894ED2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0025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11430">
            <a:solidFill>
              <a:srgbClr val="8FD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99D79-A02F-4FAE-A3BE-291EAB6D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336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Verifier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B3EA9-4668-4705-9AC2-091F9D71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19350"/>
            <a:ext cx="1504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blocks confirmed claims unless references are present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3A953-5409-4229-892B-9601B8C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0250"/>
            <a:ext cx="1771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F4C9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675AF-C4FC-4D05-9AC4-8230D73D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336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Response Lead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A4FC0-E829-468A-B5C7-4FBEBEE3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19350"/>
            <a:ext cx="1466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creates action plan after gate and marks human approval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A3030-FD5B-4EC4-BB08-11C02D43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7175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11430">
            <a:solidFill>
              <a:srgbClr val="F1B9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67339-33CA-4D2F-AEE4-F2BD2FF4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051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Comms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FE04B-47EC-44DF-A20A-C1A6BB7E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90850"/>
            <a:ext cx="1314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writes non-sensitive summary after verifier approval</a:t>
            </a:r>
          </a:p>
        </p:txBody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476500" y="2562225"/>
            <a:ext cx="552450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4155"/>
            </a:solidFill>
            <a:prstDash val="solid"/>
          </a:ln>
        </p:spPr>
      </p:cxnSp>
      <p:cxnSp>
        <p:nvCxnSpPr>
          <p:cNvPr id="2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743450" y="25622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563EB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105650" y="25622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47857"/>
            </a:solidFill>
            <a:prstDash val="solid"/>
          </a:ln>
        </p:spPr>
      </p:cxnSp>
      <p:cxnSp>
        <p:nvCxnSpPr>
          <p:cNvPr id="2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448800" y="2562225"/>
            <a:ext cx="571500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B45309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CE5EEA-D6FD-40DE-960C-B7AC59F7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62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8FD7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6E959-F6FB-4A48-9251-102E8713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38550"/>
            <a:ext cx="386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Gate: verified evidence + tool refs required before response planning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7BF7C4-0C7B-4E96-987A-0A0F7B92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Reading order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002968-2676-4953-845E-E6BD97D6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72000"/>
            <a:ext cx="828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Evidence enters once. Agents hand off context in sequence. The verifier owns the decision point that prevents unsupported incident-response action.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3E19A3-ACBC-46D5-A2B2-4D61652A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EvidenceRelay Band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3D9281-71C6-4FEE-A9C9-E126B952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008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76982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7C2E9B-B9D0-4096-B49E-4353FF4C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CCF37-D653-4B8F-A401-BC65061B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Product proof: the verifier gate is concrete, not a slogan.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C2E42-D19F-4644-86C0-5ACE0802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The generated transcript contains evidence references, tool references, message types, mentions, and a human approval flag.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DB071-DC7F-4208-88A3-E4D1A366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143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F6ED8-0A42-42F3-A95F-9FD0746C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Transcript excerpt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36DE0-1D2E-4B45-966B-4706A069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4476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7F5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DDE7F5"/>
                </a:solidFill>
                <a:latin typeface="Aptos Mono"/>
                <a:ea typeface="Aptos Mono"/>
                <a:cs typeface="Aptos Mono"/>
              </a:rPr>
              <a:t>02 triage / finding_digest</a:t>
            </a:r>
          </a:p>
          <a:p xmlns:a="http://schemas.openxmlformats.org/drawingml/2006/main">
            <a:pPr algn="l">
              <a:defRPr sz="1350" b="0">
                <a:solidFill>
                  <a:srgbClr val="DDE7F5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DDE7F5"/>
                </a:solidFill>
                <a:latin typeface="Aptos Mono"/>
                <a:ea typeface="Aptos Mono"/>
                <a:cs typeface="Aptos Mono"/>
              </a:rPr>
              <a:t>F-001 maps to T1059.001,</a:t>
            </a:r>
          </a:p>
          <a:p xmlns:a="http://schemas.openxmlformats.org/drawingml/2006/main">
            <a:pPr algn="l">
              <a:defRPr sz="1350" b="0">
                <a:solidFill>
                  <a:srgbClr val="DDE7F5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DDE7F5"/>
                </a:solidFill>
                <a:latin typeface="Aptos Mono"/>
                <a:ea typeface="Aptos Mono"/>
                <a:cs typeface="Aptos Mono"/>
              </a:rPr>
              <a:t>cites windows_triage_events:1024,</a:t>
            </a:r>
          </a:p>
          <a:p xmlns:a="http://schemas.openxmlformats.org/drawingml/2006/main">
            <a:pPr algn="l">
              <a:defRPr sz="1350" b="0">
                <a:solidFill>
                  <a:srgbClr val="DDE7F5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DDE7F5"/>
                </a:solidFill>
                <a:latin typeface="Aptos Mono"/>
                <a:ea typeface="Aptos Mono"/>
                <a:cs typeface="Aptos Mono"/>
              </a:rPr>
              <a:t>uses tool call cmd-0003.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DE7F5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DDE7F5"/>
                </a:solidFill>
                <a:latin typeface="Aptos Mono"/>
                <a:ea typeface="Aptos Mono"/>
                <a:cs typeface="Aptos Mono"/>
              </a:rPr>
              <a:t>03 verifier / verification_gate</a:t>
            </a:r>
          </a:p>
          <a:p xmlns:a="http://schemas.openxmlformats.org/drawingml/2006/main">
            <a:pPr algn="l">
              <a:defRPr sz="1350" b="0">
                <a:solidFill>
                  <a:srgbClr val="DDE7F5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DDE7F5"/>
                </a:solidFill>
                <a:latin typeface="Aptos Mono"/>
                <a:ea typeface="Aptos Mono"/>
                <a:cs typeface="Aptos Mono"/>
              </a:rPr>
              <a:t>approved: all confirmed findings have</a:t>
            </a:r>
          </a:p>
          <a:p xmlns:a="http://schemas.openxmlformats.org/drawingml/2006/main">
            <a:pPr algn="l">
              <a:defRPr sz="1350" b="0">
                <a:solidFill>
                  <a:srgbClr val="DDE7F5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DDE7F5"/>
                </a:solidFill>
                <a:latin typeface="Aptos Mono"/>
                <a:ea typeface="Aptos Mono"/>
                <a:cs typeface="Aptos Mono"/>
              </a:rPr>
              <a:t>evidence and tool references.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BCA88-DC63-4BA2-8696-0CD76191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8FD7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18165-DF54-4AF2-A9C6-F9269F31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Claim trail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55373-B2EF-4930-A0A8-3D471921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158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Each confirmed finding has evidence IDs and tool-call IDs before it can influence response planning.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BD7CA-FE4A-41BC-BC64-28B56710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4C9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77658-0B75-4ACF-824A-60DC702B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717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Action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B13B6-F0E0-451C-AEBB-BC8C01F2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527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The response plan explicitly carries a human approval gate before containment or isolation.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61E83-37B5-4DC2-8F00-9BEF0E01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8C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CD547-C214-4771-911E-954FF71A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A7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A7A"/>
                </a:solidFill>
                <a:latin typeface="Aptos"/>
                <a:ea typeface="Aptos"/>
                <a:cs typeface="Aptos"/>
              </a:rPr>
              <a:t>Comms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2B666-1440-43CF-B600-01E79D3D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The communications agent only writes a non-sensitive executive summary after verifier approval.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B094B-7654-436F-9C0F-F1722B68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957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F1B9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99296-8AB6-4D7D-8757-7A2CE658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67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Honest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699987-7D97-4CA3-A2B7-E696E25F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481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784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The current public package is a simulator and does not claim live Band API execution before access exists.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89FBF-85B5-48B5-8CD8-743F6EDD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EvidenceRelay Band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DEF5FC-7BE8-48A4-A54B-EC2F35D7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008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333950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D753AE-29DC-4843-9C3F-D5956388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998C7-7C3A-414C-8BE2-2ED33269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Architecture: simulator now, Band transport next, same verifier contract.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5E600-1403-4F8C-956C-5D2870AE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The adapter boundary keeps the demo honest and makes the live-platform upgrade straightforward once access is available.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BAE75-E73E-45F9-A2B3-EFA5A2E4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6523D-5E01-4363-932A-3D090E3E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AB273-8AE0-4CA6-B033-5E28C7D3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EvidenceLock reports and manifest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04974-7355-4549-A43E-09FCE809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0505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B8CD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A4B7C-D091-4ABE-8456-702EF807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384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Transcript schema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B7198-8C8E-4D79-BB79-50E5FB70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agents, messages, mentions, evidence_refs, tool_refs, approval_gate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437AC-1CED-41ED-B473-C2A40A2B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0505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11430">
            <a:solidFill>
              <a:srgbClr val="8FD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AECA8-954B-4403-A03F-8D18F8C1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384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Room adapter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B3C3F-D272-4788-8881-84A95673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2415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current: local simulator</a:t>
            </a:r>
          </a:p>
          <a:p xmlns:a="http://schemas.openxmlformats.org/drawingml/2006/main">
            <a:pPr algn="l">
              <a:defRPr sz="96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next: real Band room transport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B753F-6BBC-4562-AFEB-101C73D4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F4C9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63F35-38B8-4268-A248-D3451D41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384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Judge outputs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5E54E-7E79-4855-BFB9-999C47E9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static demo, transcript JSON, judge pack, slide deck</a:t>
            </a:r>
          </a:p>
        </p:txBody>
      </p: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14600" y="2819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4155"/>
            </a:solidFill>
            <a:prstDash val="solid"/>
          </a:ln>
        </p:spPr>
      </p:cxnSp>
      <p:cxnSp>
        <p:nvCxnSpPr>
          <p:cNvPr id="1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86350" y="28194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563EB"/>
            </a:solidFill>
            <a:prstDash val="solid"/>
          </a:ln>
        </p:spPr>
      </p:cxnSp>
      <p:cxnSp>
        <p:nvCxnSpPr>
          <p:cNvPr id="18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677150" y="28194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47857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39C7E-7616-4564-A5B8-C07EA9D0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29050"/>
            <a:ext cx="582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8FD7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17F8B0-8F9B-4C75-B635-1E3A30B6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05250"/>
            <a:ext cx="560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Invariant: response action cannot publish until verifier gate passes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79CB2F-3EE6-47A5-BD89-C1DF3A88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Live upgrade steps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94D62-525B-4F84-A40D-1505A5EE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24400"/>
            <a:ext cx="7010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1. Enroll in lablab/Band</a:t>
            </a:r>
          </a:p>
          <a:p xmlns:a="http://schemas.openxmlformats.org/drawingml/2006/main">
            <a:pPr algn="l">
              <a:defRPr sz="135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2. Create a real Band room or API key through official pages</a:t>
            </a:r>
          </a:p>
          <a:p xmlns:a="http://schemas.openxmlformats.org/drawingml/2006/main">
            <a:pPr algn="l">
              <a:defRPr sz="135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3. Replace simulator send/receive with Band transport</a:t>
            </a:r>
          </a:p>
          <a:p xmlns:a="http://schemas.openxmlformats.org/drawingml/2006/main">
            <a:pPr algn="l">
              <a:defRPr sz="135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4. Re-run the transcript and update the public demo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40E2C6-6D34-4781-A8E3-B3BDFF5D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EvidenceRelay Band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F5C527-30C5-4FD2-8419-F0194E1A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008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06676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70872E-03AD-4AC5-9B89-D09CB0DC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1BBB2-9DD8-4154-901A-4C670082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Evaluator proof pack: quick to inspect, reproducible, and explicit about gaps.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A33F7-9F0A-4188-881C-8BA3A7AA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The submission material is arranged so a judge can verify value in under two minutes.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190C6-F388-4956-93A9-6722DA68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419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662E4-2F2D-4D4A-AD5F-DBD21947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2F739-5ECD-4A59-BED2-85E7474C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https://github.com/OOYXLOO/band-evidencerelay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B9B54-DAFB-47D2-B1EF-42573D94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43100"/>
            <a:ext cx="2419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BF045-E116-48F3-9F6B-89EC142A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764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21D20-A09A-4505-97A9-6700836B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https://ooyxloo.github.io/band-evidencerelay/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D33C2-8A29-464F-A458-FAB0E3EE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2419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C9D48-5326-4CE9-86F2-880FA5CC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764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74B76-69FD-44B7-80E7-842FA7FA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5 unit tests plus compile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9C875-C7DA-4437-A4B4-6CABF03E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43100"/>
            <a:ext cx="2419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8AF85-4412-403D-92E6-9DA629E9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764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assets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B2316-2DF8-4A6B-BEAE-4E9789DD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955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cover, video script, deck, judge pack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B9364-F821-487E-A46A-6482DA9F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10363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162A8-E11A-4164-AB62-8B5038CA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24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Artifact table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FC40D-3DFD-41F3-8075-55DC609A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0525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build/transcript.json - structured room transcript</a:t>
            </a:r>
          </a:p>
          <a:p xmlns:a="http://schemas.openxmlformats.org/drawingml/2006/main">
            <a:pPr algn="l">
              <a:defRPr sz="1275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build/index.html - static judge demo</a:t>
            </a:r>
          </a:p>
          <a:p xmlns:a="http://schemas.openxmlformats.org/drawingml/2006/main">
            <a:pPr algn="l">
              <a:defRPr sz="1275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docs/judge_pack.md - evaluator matrix</a:t>
            </a:r>
          </a:p>
          <a:p xmlns:a="http://schemas.openxmlformats.org/drawingml/2006/main">
            <a:pPr algn="l">
              <a:defRPr sz="1275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docs/evidencerelay-band-pitch.pptx - editable upload deck</a:t>
            </a:r>
          </a:p>
          <a:p xmlns:a="http://schemas.openxmlformats.org/drawingml/2006/main">
            <a:pPr algn="l">
              <a:defRPr sz="1275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docs/video_script.md - 90-second presentation script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FBB04-100F-461C-B2BE-DAD48B52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EvidenceRelay Band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A6D23-8AFD-4907-B6CD-6A1C1E4F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008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324723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F98E47-D583-4E59-A146-09C6892A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FB1AE-5B7A-4399-BA39-A65D4F6F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Why this is not another autonomous triage demo.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95BBC-C105-4267-9C80-EFA41B30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The differentiator is accountable autonomy: collaboration is allowed, unsupported action is not.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BF051-156F-44BC-AEB0-E765A810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4762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F53F3-32D8-4AD8-8F35-CF5315A8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669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Typical security-agent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6CBEC-6FFD-4C82-989A-3549A545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4000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Input logs -&gt; agent summary -&gt; suggested response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Risk: the response can look confident even when the claim trail is thin.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0D1BC-ADF5-4D89-A64A-393F1298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4762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F1A12-8351-4404-8832-36FA95AA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669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EvidenceRelay Band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57451-A1BD-46ED-A4A8-7299A45C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00350"/>
            <a:ext cx="400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Evidence -&gt; triage -&gt; verifier gate -&gt; response plan -&gt; human approval -&gt; non-sensitive comms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Benefit: every important handoff is visible and checkable.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C1D7E-D1F5-4FBD-B86A-78D9FCD6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8877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8FD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CAA26-431C-4B09-B785-1EFD808E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24450"/>
            <a:ext cx="849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Judging thesis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06C64-61B0-4B56-82BA-3D636401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05450"/>
            <a:ext cx="849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Band is valuable here because the room becomes a compliance surface: roles, handoffs, mentions, evidence references, and approval state are visible in one durable timeline.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9ED25-CAA3-4BCD-9938-753D35A7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EvidenceRelay Band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94DC0-354C-4CDC-BB3E-E0C94CB2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008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594711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9F0426-E013-4928-8A31-C2F365E7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282C5-C7D7-4BCA-ACE3-0AE8E5A7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Submission status and next gates.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4B739-A5A1-4DF6-B7F0-52CF3548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Ready public assets are in place; the remaining work is user-gated platform access and final upload.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24033-BE24-4D8D-847A-7C525E8F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8FD7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848D5-36E0-447C-B1E1-5E49B977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Ready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5C8BF-B44B-48D4-9594-DE8FEB4F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2762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Public repo, public demo, cover image, judge pack, video script, editable deck, simulator transcript, local verification record.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ADA3C-20CE-4710-A921-2D6AB521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4C9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3DA6B-DA35-4A9E-960D-E43791C7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717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Needs user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9BFEE-494F-4CC4-BB56-48DD29F9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52700"/>
            <a:ext cx="2762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lablab/Band enrollment, any official room access, API keys or access codes, video upload, slide upload, final lablab submission.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D3754-E43A-4284-8609-0BC5F105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F1B9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7E39E-808D-46BC-BE66-838B6442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Do not claim yet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B0B79-8B8D-45F9-B871-46EC634D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52700"/>
            <a:ext cx="2762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No live Band execution claim, no partner API usage claim, no private incident data, no payout/KYC handling by the agent.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4B21F-882F-4287-A083-A1691AE1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Best next move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D923A-D800-4A02-B692-48B21C18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81550"/>
            <a:ext cx="781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When account access is available, connect a real Band room, record a 90-second screencast, then submit the same proof pack with live-platform evidence added.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A8490-0605-4D40-838C-0243C1DC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EvidenceRelay Band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E26B92-EEEE-419B-9288-650F1942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008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7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7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73831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2026-06-11T19:09:24.8950000Z</dcterms:created>
  <dcterms:modified xsi:type="dcterms:W3CDTF">2026-06-11T19:09:24.8950000Z</dcterms:modified>
</coreProperties>
</file>